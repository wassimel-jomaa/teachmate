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6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/>
              <a:t>teach</a:t>
            </a:r>
            <a:r>
              <a:rPr dirty="0"/>
              <a:t>Mate – AI-</a:t>
            </a:r>
            <a:r>
              <a:rPr dirty="0" err="1"/>
              <a:t>drivet</a:t>
            </a:r>
            <a:r>
              <a:rPr dirty="0"/>
              <a:t> system för </a:t>
            </a:r>
            <a:r>
              <a:rPr dirty="0" err="1"/>
              <a:t>bedömning</a:t>
            </a:r>
            <a:r>
              <a:rPr dirty="0"/>
              <a:t> och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Projektredovisning</a:t>
            </a:r>
            <a:r>
              <a:rPr dirty="0"/>
              <a:t> – </a:t>
            </a:r>
            <a:r>
              <a:rPr dirty="0" err="1"/>
              <a:t>Teknikhögskolan</a:t>
            </a:r>
            <a:r>
              <a:rPr dirty="0"/>
              <a:t> 2025</a:t>
            </a:r>
          </a:p>
          <a:p>
            <a:r>
              <a:rPr dirty="0" err="1"/>
              <a:t>Utvecklad</a:t>
            </a:r>
            <a:r>
              <a:rPr dirty="0"/>
              <a:t> av: </a:t>
            </a:r>
            <a:r>
              <a:rPr lang="sv-SE" dirty="0"/>
              <a:t>Wasim El-</a:t>
            </a:r>
            <a:r>
              <a:rPr lang="sv-SE" dirty="0" err="1"/>
              <a:t>jomaa</a:t>
            </a:r>
            <a:endParaRPr dirty="0"/>
          </a:p>
          <a:p>
            <a:endParaRPr dirty="0"/>
          </a:p>
          <a:p>
            <a:r>
              <a:rPr dirty="0" err="1"/>
              <a:t>Syfte</a:t>
            </a:r>
            <a:r>
              <a:rPr dirty="0"/>
              <a:t>: </a:t>
            </a:r>
            <a:r>
              <a:rPr dirty="0" err="1"/>
              <a:t>Automatisera</a:t>
            </a:r>
            <a:r>
              <a:rPr dirty="0"/>
              <a:t> </a:t>
            </a:r>
            <a:r>
              <a:rPr dirty="0" err="1"/>
              <a:t>bedömning</a:t>
            </a:r>
            <a:r>
              <a:rPr dirty="0"/>
              <a:t> </a:t>
            </a:r>
            <a:r>
              <a:rPr dirty="0" err="1"/>
              <a:t>och</a:t>
            </a:r>
            <a:r>
              <a:rPr dirty="0"/>
              <a:t> feedback med AI </a:t>
            </a:r>
            <a:r>
              <a:rPr dirty="0" err="1"/>
              <a:t>och</a:t>
            </a:r>
            <a:r>
              <a:rPr dirty="0"/>
              <a:t> </a:t>
            </a:r>
            <a:r>
              <a:rPr dirty="0" err="1"/>
              <a:t>maskininlärning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Problembeskrivning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Lärare spenderar mycket tid på rättning och feedback.</a:t>
            </a:r>
          </a:p>
          <a:p>
            <a:r>
              <a:t>Elever får vänta länge på återkoppling.</a:t>
            </a:r>
          </a:p>
          <a:p>
            <a:r>
              <a:t>Svårt att ge individuell återkoppling till alla elever.</a:t>
            </a:r>
          </a:p>
          <a:p>
            <a:r>
              <a:t>Behov: Ett AI-system som snabbt analyserar svar och ger direkt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2️⃣ </a:t>
            </a:r>
            <a:r>
              <a:rPr dirty="0" err="1"/>
              <a:t>Lösningen</a:t>
            </a:r>
            <a:r>
              <a:rPr dirty="0"/>
              <a:t> – </a:t>
            </a:r>
            <a:r>
              <a:rPr lang="sv-SE" dirty="0" err="1"/>
              <a:t>teach</a:t>
            </a:r>
            <a:r>
              <a:rPr dirty="0"/>
              <a:t>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AI-baserat backend-system byggt med FastAPI.</a:t>
            </a:r>
          </a:p>
          <a:p>
            <a:r>
              <a:t>Analyserar text och beräknar resonemang, tydlighet och metodval.</a:t>
            </a:r>
          </a:p>
          <a:p>
            <a:r>
              <a:t>Förutsäger betyg (A–F) med Random Forest.</a:t>
            </a:r>
          </a:p>
          <a:p>
            <a:r>
              <a:t>Genererar lärarlik feedback på svenska.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Systemarkitektur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Backend: </a:t>
            </a:r>
            <a:r>
              <a:rPr dirty="0" err="1"/>
              <a:t>FastAPI</a:t>
            </a:r>
            <a:endParaRPr dirty="0"/>
          </a:p>
          <a:p>
            <a:r>
              <a:rPr dirty="0" err="1"/>
              <a:t>Databas</a:t>
            </a:r>
            <a:r>
              <a:rPr dirty="0"/>
              <a:t>: </a:t>
            </a:r>
            <a:r>
              <a:rPr dirty="0" err="1"/>
              <a:t>SQLAlchemy</a:t>
            </a:r>
            <a:r>
              <a:rPr dirty="0"/>
              <a:t> + SQLite</a:t>
            </a:r>
          </a:p>
          <a:p>
            <a:r>
              <a:rPr dirty="0"/>
              <a:t>ML-</a:t>
            </a:r>
            <a:r>
              <a:rPr dirty="0" err="1"/>
              <a:t>modell</a:t>
            </a:r>
            <a:r>
              <a:rPr dirty="0"/>
              <a:t>: Random Forest</a:t>
            </a:r>
          </a:p>
          <a:p>
            <a:r>
              <a:rPr dirty="0"/>
              <a:t>NLP: TF-IDF + Cosine Similarity</a:t>
            </a:r>
          </a:p>
          <a:p>
            <a:r>
              <a:rPr dirty="0" err="1"/>
              <a:t>Autentisering</a:t>
            </a:r>
            <a:r>
              <a:rPr dirty="0"/>
              <a:t>: JWT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Maskininlärning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Dataset: klass9_matte_inlamningar_dataset.csv</a:t>
            </a:r>
          </a:p>
          <a:p>
            <a:r>
              <a:rPr dirty="0"/>
              <a:t>Modell: Random Forest för </a:t>
            </a:r>
            <a:r>
              <a:rPr dirty="0" err="1"/>
              <a:t>betygsprognos</a:t>
            </a:r>
            <a:r>
              <a:rPr dirty="0"/>
              <a:t>.</a:t>
            </a:r>
          </a:p>
          <a:p>
            <a:r>
              <a:rPr dirty="0" err="1"/>
              <a:t>Textanalys</a:t>
            </a:r>
            <a:r>
              <a:rPr dirty="0"/>
              <a:t> med TF-IDF för </a:t>
            </a:r>
            <a:r>
              <a:rPr dirty="0" err="1"/>
              <a:t>att</a:t>
            </a:r>
            <a:r>
              <a:rPr dirty="0"/>
              <a:t> </a:t>
            </a:r>
            <a:r>
              <a:rPr dirty="0" err="1"/>
              <a:t>välja</a:t>
            </a:r>
            <a:r>
              <a:rPr dirty="0"/>
              <a:t> relevant feedback.</a:t>
            </a:r>
          </a:p>
          <a:p>
            <a:r>
              <a:rPr dirty="0" err="1"/>
              <a:t>Tränad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elevsvar</a:t>
            </a:r>
            <a:r>
              <a:rPr dirty="0"/>
              <a:t>, </a:t>
            </a:r>
            <a:r>
              <a:rPr dirty="0" err="1"/>
              <a:t>lärarkommentarer</a:t>
            </a:r>
            <a:r>
              <a:rPr dirty="0"/>
              <a:t> </a:t>
            </a:r>
            <a:r>
              <a:rPr dirty="0" err="1"/>
              <a:t>och</a:t>
            </a:r>
            <a:r>
              <a:rPr dirty="0"/>
              <a:t> </a:t>
            </a:r>
            <a:r>
              <a:rPr dirty="0" err="1"/>
              <a:t>betyg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Demoexempel – AI-feedback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dirty="0"/>
              </a:p>
              <a:p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Uppgift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: "</a:t>
                </a:r>
                <a:r>
                  <a:rPr lang="sv-SE" sz="1400" dirty="0"/>
                  <a:t>Lös ekvationen:</a:t>
                </a:r>
              </a:p>
              <a:p>
                <a14:m>
                  <m:oMath xmlns:m="http://schemas.openxmlformats.org/officeDocument/2006/math">
                    <m:r>
                      <a:rPr lang="sv-SE">
                        <a:latin typeface="Cambria Math" panose="02040503050406030204" pitchFamily="18" charset="0"/>
                      </a:rPr>
                      <m:t>3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>
                        <a:latin typeface="Cambria Math" panose="02040503050406030204" pitchFamily="18" charset="0"/>
                      </a:rPr>
                      <m:t>5</m:t>
                    </m:r>
                    <m:r>
                      <a:rPr lang="sv-SE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>
                        <a:latin typeface="Cambria Math" panose="02040503050406030204" pitchFamily="18" charset="0"/>
                      </a:rPr>
                      <m:t>2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sv-SE" sz="1400" dirty="0"/>
              </a:p>
              <a:p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?"
Elevsvar:
"</a:t>
                </a:r>
                <a:r>
                  <a:rPr lang="sv-SE" sz="1400" dirty="0"/>
                  <a:t>Flyttar över x: 3x−2x=9−5 ⇒ x=4.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"
AI-feedback:
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Predicerat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betyg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: </a:t>
                </a:r>
                <a:r>
                  <a:rPr lang="sv-SE" sz="1400" dirty="0">
                    <a:solidFill>
                      <a:srgbClr val="006400"/>
                    </a:solidFill>
                    <a:latin typeface="Courier New"/>
                  </a:rPr>
                  <a:t>A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
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Rubricpoäng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: </a:t>
                </a:r>
                <a:r>
                  <a:rPr lang="sv-SE" sz="1400" dirty="0">
                    <a:solidFill>
                      <a:srgbClr val="006400"/>
                    </a:solidFill>
                    <a:latin typeface="Courier New"/>
                  </a:rPr>
                  <a:t>90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/ 100
"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Utmärkt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arbete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! Du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använder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korrekt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formel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och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motiverar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tydligt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ditt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 </a:t>
                </a:r>
                <a:r>
                  <a:rPr sz="1400" dirty="0" err="1">
                    <a:solidFill>
                      <a:srgbClr val="006400"/>
                    </a:solidFill>
                    <a:latin typeface="Courier New"/>
                  </a:rPr>
                  <a:t>svar</a:t>
                </a:r>
                <a:r>
                  <a:rPr sz="1400" dirty="0">
                    <a:solidFill>
                      <a:srgbClr val="006400"/>
                    </a:solidFill>
                    <a:latin typeface="Courier New"/>
                  </a:rPr>
                  <a:t>."
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Databasen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Homework_Submission – Elevens inlämning</a:t>
            </a:r>
          </a:p>
          <a:p>
            <a:r>
              <a:t>Scoring_Criteria – Beräknade värden (t.ex. resonemang, klarhet)</a:t>
            </a:r>
          </a:p>
          <a:p>
            <a:r>
              <a:t>AI_Score – Modellens betygsförslag</a:t>
            </a:r>
          </a:p>
          <a:p>
            <a:r>
              <a:t>AI_Feedback – Genererad feedbacktext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Resultat &amp; Framtida utveckling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✅ Fungerande backend-system</a:t>
            </a:r>
          </a:p>
          <a:p>
            <a:r>
              <a:t>✅ AI som förutsäger betyg korrekt</a:t>
            </a:r>
          </a:p>
          <a:p>
            <a:r>
              <a:t>✅ Automatisk generering av feedback</a:t>
            </a:r>
          </a:p>
          <a:p>
            <a:r>
              <a:t>Nästa steg: Större dataset, mer avancerade modeller (t.ex. BERT)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8️⃣ Slutsats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EduMate visar hur AI kan effektivisera bedömning och ge elever snabb, konstruktiv återkoppling.</a:t>
            </a:r>
          </a:p>
          <a:p>
            <a:endParaRPr/>
          </a:p>
          <a:p>
            <a:r>
              <a:t>En digital lärarassistent för framtidens klassrum.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334</Words>
  <Application>Microsoft Office PowerPoint</Application>
  <PresentationFormat>Bildspel på skärmen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Courier New</vt:lpstr>
      <vt:lpstr>Office Theme</vt:lpstr>
      <vt:lpstr>teachMate – AI-drivet system för bedömning och feedback</vt:lpstr>
      <vt:lpstr>1️⃣ Problembeskrivning</vt:lpstr>
      <vt:lpstr>2️⃣ Lösningen – teachMate</vt:lpstr>
      <vt:lpstr>3️⃣ Systemarkitektur</vt:lpstr>
      <vt:lpstr>4️⃣ Maskininlärning</vt:lpstr>
      <vt:lpstr>5️⃣ Demoexempel – AI-feedback</vt:lpstr>
      <vt:lpstr>6️⃣ Databasen</vt:lpstr>
      <vt:lpstr>7️⃣ Resultat &amp; Framtida utveckling</vt:lpstr>
      <vt:lpstr>8️⃣ Slutsats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Administration</dc:creator>
  <cp:keywords/>
  <dc:description>generated using python-pptx</dc:description>
  <cp:lastModifiedBy>Wasim</cp:lastModifiedBy>
  <cp:revision>3</cp:revision>
  <dcterms:created xsi:type="dcterms:W3CDTF">2013-01-27T09:14:16Z</dcterms:created>
  <dcterms:modified xsi:type="dcterms:W3CDTF">2025-12-09T09:02:26Z</dcterms:modified>
  <cp:category/>
</cp:coreProperties>
</file>